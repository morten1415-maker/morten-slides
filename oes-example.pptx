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pic>
        <p:nvPicPr>
          <p:cNvPr id="5" name="Picture 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5450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468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2034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31272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8618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856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5201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439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2743200"/>
            <a:ext cx="12700" cy="301752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74320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pic>
        <p:nvPicPr>
          <p:cNvPr id="15" name="Picture 1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24688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945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21762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8346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063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30449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7033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9319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9136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45720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8006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78231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544068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3774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6517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74320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920240"/>
            <a:ext cx="10515600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542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25420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32918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32918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3364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41879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41148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41148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41879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